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添付ファイルURL化ソリューション</a:t>
            </a:r>
            <a:br/>
            <a:r>
              <a:t>比較検討資料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0"/>
                </a:solidFill>
              </a:defRPr>
            </a:pPr>
            <a:r>
              <a:t>Exchange Online移行に伴う外部送信メールセキュリティの選定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現状と検討背景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【現在の環境】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AWS上でGuardianWall サーバー版を運用中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外部送信時のみ添付ファイルのURL化機能を利用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オンプレミス型のためサーバー管理・保守が必要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【Exchange Online移行に伴う検討事項】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EXOの送信経路変更に伴い、メールセキュリティの再検討が必要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クラウド移行により、オンプレ型かクラウド型かの選択が発生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現行機能の継続 vs. 機能拡張・運用改善の検討機会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検討対象ソリューション一覧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【Option A】GuardianWall Cloud（キヤノンMJ）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- 現行製品のクラウド版。移行がスムーズ。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【Option B】HENNGE One（HENNGE）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- Microsoft 365連携に強み。国内シェアNo.1のクラウドセキュリティ。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【Option C】mxHERO（mxHERO/IIJ）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- Box/OneDrive等のクラウドストレージ連携が強み。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【Option D】m-FILTER MailAdviser（デジタルアーツ）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- メール誤送信対策に特化。低コストで導入可能。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【Option E】現行環境継続（GWサーバー版）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- 変更なし。EXOとの連携設計が必要。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機能比較表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機能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GW Cloud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HENNGE One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mxHERO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m-FILTER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GW現行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添付ファイルURL化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上長承認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△(要設定)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送信遅延/保留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自己査閲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メールアーカイブ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○(別途)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ストレージ連携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△(Box)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○(多数)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EXO連携設定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容易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容易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容易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容易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要設計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Microsoft 365最適化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08080"/>
                </a:solidFill>
              </a:defRPr>
            </a:pPr>
            <a:r>
              <a:t>◎=非常に強い ○=対応 △=条件付き/制限あり ×=非対応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ユーザー体験(UX)比較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GW Cloud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HENNGE One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mxHERO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m-FILTER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GW現行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送信者の操作変更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受信者のDL体験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専用画面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専用画面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ストレージ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専用画面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専用画面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パスワード通知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別メール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別メール/不要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不要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別メール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別メール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大容量ファイル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モバイル対応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管理画面の使いやすさ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現行からの移行負荷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08080"/>
                </a:solidFill>
              </a:defRPr>
            </a:pPr>
            <a:r>
              <a:t>送信者・受信者双方の操作変更が少ない製品が望ましい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費用比較（100ユーザー想定）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GW Cloud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HENNGE One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mxHERO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m-FILTER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GW現行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初期費用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0円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0円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要問合せ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0円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0円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月額/ユーザー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200円〜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350円〜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要問合せ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200円〜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(保守費)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年額/100ユーザー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24万円〜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42万円〜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要問合せ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24万円〜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21万円〜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追加オプション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なし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サーバー費用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不要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不要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不要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不要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必要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運用人件費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08080"/>
                </a:solidFill>
              </a:defRPr>
            </a:pPr>
            <a:r>
              <a:t>※価格は2025年7月時点の参考価格。詳細は各ベンダーへ要確認。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各選択肢のメリット・デメリット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【GuardianWall Cloud】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現行機能の互換性が高く、移行がスムーズ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運用ノウハウをそのまま活用可能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× サーバー版との機能差異の確認が必要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【HENNGE One】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Microsoft 365との親和性が高い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SSO/IDaaS機能との統合が可能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× 費用が比較的高め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【mxHERO】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Box/OneDrive等、クラウドストレージとの連携が強力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ファイル管理の一元化が可能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× 上長承認等の日本特有機能が弱い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各選択肢のメリット・デメリット（続き）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【m-FILTER MailAdviser】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低コストで導入可能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誤送信対策に特化した機能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× アーカイブ機能は別製品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【現行環境継続（GWサーバー版）】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追加投資なし、現行運用を継続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✓ 既存の運用体制をそのまま維持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× EXOとの連携設計が必要（Outbound Connector経由）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× サーバー運用・保守コストが継続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× クラウド移行のメリットを享受できない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Exchange Online連携時のアーキテクチャ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【クラウド型（GW Cloud / HENNGE / mxHERO / m-FILTER）の場合】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EXO → Outbound Connector → クラウドサービス → インターネット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・EXO側の設定：Outbound Connectorでスマートホストを指定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・Transport Rule：外部宛メールをコネクタ経由に振り分け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【現行GWサーバー版を継続する場合】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EXO → Outbound Connector → AWS上のGWサーバー → インターネット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・AWSのGWサーバーでEXOからの接続を許可する設定が必要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・メールフロー経路が複雑化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【参考：GuardianWall非使用の場合】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EXO → 直接インターネット送信（添付URL化なし）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・添付ファイルはそのまま送信される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推奨案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推奨1: GuardianWall Cloud への移行（コスト・移行容易性重視）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• 現行の運用ノウハウを活用可能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• 移行リスクが最も低い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• クラウド化によりサーバー管理コストを削減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8229600" cy="457200"/>
          </a:xfrm>
          <a:prstGeom prst="round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推奨2: HENNGE One 導入（Microsoft 365統合重視）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• Microsoft 365との親和性が高い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5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• 将来的なSSO/IDaaS統合も視野に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39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• 費用は高めだが、機能統合のメリット大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59"/>
            <a:ext cx="8229600" cy="457200"/>
          </a:xfrm>
          <a:prstGeom prst="roundRect">
            <a:avLst/>
          </a:prstGeom>
          <a:solidFill>
            <a:srgbClr val="00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参考: 現行継続（変更最小化）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39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• 追加投資不要だが、EXO連携設計が必要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3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• サーバー運用コストは継続発生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選定にあたっての検討ポイント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【コスト面】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初期費用 vs. ランニングコスト（サーバー費用含む）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運用人件費の削減効果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【機能面】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現行機能の継続性（URL化、上長承認等）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将来的な機能拡張の可能性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【運用面】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移行の容易さ、リスク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社内教育・周知の負荷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【戦略面】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Microsoft 365エコシステムへの統合度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クラウドストレージ活用戦略との整合性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【1. 要件の明確化】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必須機能と Nice-to-Have 機能の整理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予算上限の確認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【2. ベンダー問い合わせ】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各ベンダーへの詳細見積依頼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EXO連携の技術詳細確認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【3. トライアル検証】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候補製品のPoC（30日無償トライアル活用）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実際の操作感・管理画面の確認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【4. 最終選定・契約】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コスト・機能・運用面の総合評価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EXO移行スケジュールとの整合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【製品情報URL】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GuardianWall Cloud: https://canon.jp/biz/solution/security/it-sec/lineup/guardianwall/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HENNGE One: https://hennge.com/jp/service/one/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mxHERO: https://www.mxhero.com/japan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m-FILTER: https://www.daj.jp/bs/mf/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【価格参考】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GW Cloud MailConvert: 200円/月/ユーザー〜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HENNGE One Basic: 350円/月/ユーザー〜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m-FILTER MailAdviser: 200円/月/ユーザー〜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【本資料作成日】2026年1月20日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08080"/>
                </a:solidFill>
              </a:defRPr>
            </a:pPr>
            <a:r>
              <a:t>※価格・機能は変更される可能性があります。最新情報は各ベンダーへご確認ください。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